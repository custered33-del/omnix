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Sales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Keep this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repor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Seb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</a:t>
            </a:r>
          </a:p>
          <a:p>
            <a:r>
              <a:t>Costs </a:t>
            </a:r>
            <a:r>
              <a:rPr b="1"/>
              <a:t>fell</a:t>
            </a:r>
            <a:r>
              <a:rPr i="1"/>
              <a:t> slightly</a:t>
            </a:r>
          </a:p>
          <a:p>
            <a:pPr lvl="1"/>
            <a:r>
              <a:rPr>
                <a:hlinkClick r:id="rId2"/>
              </a:rPr>
              <a:t>Details on the website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2743200" cy="1371600"/>
          </a:xfrm>
          <a:prstGeom prst="roundRect">
            <a:avLst/>
          </a:prstGeom>
          <a:solidFill>
            <a:srgbClr val="2A7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Inside a shape</a:t>
            </a:r>
          </a:p>
        </p:txBody>
      </p:sp>
      <p:sp>
        <p:nvSpPr>
          <p:cNvPr id="3" name="Oval 2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 rot="900000">
            <a:off x="7315200" y="914400"/>
            <a:ext cx="1828800" cy="18288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9601200" y="13716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4400" y="3657600"/>
            <a:ext cx="4572000" cy="914400"/>
          </a:xfrm>
          <a:prstGeom prst="line">
            <a:avLst/>
          </a:prstGeom>
          <a:ln w="50800">
            <a:solidFill>
              <a:srgbClr val="E349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rcRect l="25000"/>
          <a:stretch>
            <a:fillRect/>
          </a:stretch>
        </p:blipFill>
        <p:spPr>
          <a:xfrm>
            <a:off x="6400800" y="3657600"/>
            <a:ext cx="1828800" cy="1371600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9144000" y="3657600"/>
            <a:ext cx="1828800" cy="1645920"/>
            <a:chOff x="9144000" y="3657600"/>
            <a:chExt cx="1828800" cy="1645920"/>
          </a:xfrm>
        </p:grpSpPr>
        <p:sp>
          <p:nvSpPr>
            <p:cNvPr id="9" name="Rectangle 8"/>
            <p:cNvSpPr/>
            <p:nvPr/>
          </p:nvSpPr>
          <p:spPr>
            <a:xfrm>
              <a:off x="9144000" y="36576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0" y="4754880"/>
              <a:ext cx="1828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371600"/>
          <a:ext cx="2743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45720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in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914400"/>
            <a:ext cx="5486400" cy="308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